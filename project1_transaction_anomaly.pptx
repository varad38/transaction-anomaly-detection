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Transactions by Channel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Online</c:v>
                  </c:pt>
                  <c:pt idx="1">
                    <c:v>Mobile</c:v>
                  </c:pt>
                  <c:pt idx="2">
                    <c:v>In-Store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</c:v>
                </c:pt>
                <c:pt idx="1">
                  <c:v>28</c:v>
                </c:pt>
                <c:pt idx="2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Flagged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Online</c:v>
                  </c:pt>
                  <c:pt idx="1">
                    <c:v>Mobile</c:v>
                  </c:pt>
                  <c:pt idx="2">
                    <c:v>In-Store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</c:v>
                </c:pt>
                <c:pt idx="1">
                  <c:v>9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Transaction Risk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Tier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15803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12</c:v>
                </c:pt>
                <c:pt idx="1">
                  <c:v>23</c:v>
                </c:pt>
                <c:pt idx="2">
                  <c:v>65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058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TRANSACTION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7373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fraud detection on 85,000+ synthetic transaction records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SQL, Excel &amp; Power BI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Varad Rajagire  |  Data Analytics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1148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fraud costs Indian businesses over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 lakh crore annually.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fraudulent transactions in real time is critical for: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financial losses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genuine customers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platform trust &amp; regulatory compliance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Optimising investigation queues for fraud analysts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182880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051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85K+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46320" y="16916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Analysed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914400"/>
            <a:ext cx="1828800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0" y="1051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858000" y="16916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Rate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651760"/>
            <a:ext cx="182880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2788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46320" y="3429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Types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2651760"/>
            <a:ext cx="1828800" cy="1463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2788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58000" y="3429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RBI Annual Report 2024 / Synthetic dataset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APPROACH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47088" y="192024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1572768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2296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2176272"/>
            <a:ext cx="1572768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" y="2231136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85K+ synthetic transaction records with 12 variables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66160" y="192024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822960"/>
            <a:ext cx="1572768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93392" y="82296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93392" y="1261872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Extraction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93392" y="2176272"/>
            <a:ext cx="1572768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48256" y="2231136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queries for velocity, geo-mismatch, device &amp; value anomalies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85232" y="192024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12464" y="822960"/>
            <a:ext cx="1572768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12464" y="82296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12464" y="1261872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Preprocessing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12464" y="2176272"/>
            <a:ext cx="1572768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67328" y="2231136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enriched &amp; segmented data; computed derived metrics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04304" y="192024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31536" y="822960"/>
            <a:ext cx="1572768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31536" y="82296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31536" y="1261872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31536" y="2176272"/>
            <a:ext cx="1572768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0" y="2231136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5-point composite score combining all fraud signals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50608" y="822960"/>
            <a:ext cx="1572768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50608" y="82296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150608" y="1261872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50608" y="2176272"/>
            <a:ext cx="1572768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205472" y="2231136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visuals by channel, time-of-day, risk tier &amp; city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3794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371600" y="3794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•  MS Excel  •  Power BI  •  Linux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RULES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65176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95528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Abuse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1197864"/>
            <a:ext cx="25054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5+ transactions from same account within 1 hour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2103120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093976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54680" y="77724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777240"/>
            <a:ext cx="265176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795528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Mismatch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27832" y="1197864"/>
            <a:ext cx="25054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Transaction city differs from account's registered city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27832" y="2103120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27832" y="2093976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Risk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35040" y="77724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777240"/>
            <a:ext cx="2651760" cy="365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795528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Takeover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08192" y="1197864"/>
            <a:ext cx="25054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3+ failed logins before purchase + new device detected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08192" y="2103120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2093976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Signal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26517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651760"/>
            <a:ext cx="26517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670048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High Value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" y="3072384"/>
            <a:ext cx="25054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First ever order &gt; ₹10,000 via online channel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3977640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968496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CNP Fraud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54680" y="26517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2651760"/>
            <a:ext cx="26517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27832" y="2670048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Outlier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27832" y="3072384"/>
            <a:ext cx="25054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Transaction amount &gt; 3 standard deviations from mean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27832" y="3977640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27832" y="3968496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Spike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31520"/>
          <a:ext cx="4389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777240"/>
            <a:ext cx="393192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937760" y="777240"/>
            <a:ext cx="54864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47488" y="8229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47488" y="121615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flagged transactions originated from Online channel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937760" y="1828800"/>
            <a:ext cx="393192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828800"/>
            <a:ext cx="54864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47488" y="1874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AM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047488" y="22677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fraud hours — abnormal transaction volumes detected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937760" y="2880360"/>
            <a:ext cx="393192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937760" y="2880360"/>
            <a:ext cx="54864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47488" y="2926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₹28,450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047488" y="33192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amount in HIGH risk tier vs ₹3,800 in LOW risk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937760" y="3931920"/>
            <a:ext cx="393192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37760" y="393192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47488" y="3977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047488" y="43708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triggered 3+ fraud signals simultaneously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 DISTRIBUTION &amp; ACTIONS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4114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804672"/>
            <a:ext cx="4206240" cy="123444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663440" y="804672"/>
            <a:ext cx="73152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46320" y="8778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040880" y="8778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txns (12%)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46320" y="126187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 immediate manual review, freeze account pending investigation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2176272"/>
            <a:ext cx="4206240" cy="123444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176272"/>
            <a:ext cx="73152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22494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040880" y="22494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txns (23%)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46320" y="263347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for next-day analyst review, apply step-up authentication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3547872"/>
            <a:ext cx="4206240" cy="12344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3547872"/>
            <a:ext cx="73152" cy="12344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36210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040880" y="36210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txns (65%)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46320" y="400507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normally, log for monthly pattern analysis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417320"/>
          </a:xfrm>
          <a:prstGeom prst="rect">
            <a:avLst/>
          </a:prstGeom>
          <a:solidFill>
            <a:srgbClr val="1A325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88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Automate Rule Engine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6459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SQL-based detection rules as real-time triggers in payment gateway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4114800" cy="1417320"/>
          </a:xfrm>
          <a:prstGeom prst="rect">
            <a:avLst/>
          </a:prstGeom>
          <a:solidFill>
            <a:srgbClr val="1A325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188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Expand Feature 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device fingerprinting, IP reputation, and user behaviour biometrics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743200"/>
            <a:ext cx="4114800" cy="1417320"/>
          </a:xfrm>
          <a:prstGeom prst="rect">
            <a:avLst/>
          </a:prstGeom>
          <a:solidFill>
            <a:srgbClr val="1A325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834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ML Model (Next Phase)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2918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classification model (Random Forest / XGBoost) on labelled fraud data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2743200"/>
            <a:ext cx="4114800" cy="1417320"/>
          </a:xfrm>
          <a:prstGeom prst="rect">
            <a:avLst/>
          </a:prstGeom>
          <a:solidFill>
            <a:srgbClr val="1A325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834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Escalation SLA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2918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SLA: HIGH risk reviewed within 2hrs, MEDIUM within 24hrs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by Varad Rajagire  |  Tools: SQL · MS Excel · Power BI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Transaction Anomaly Detection</dc:title>
  <dc:subject>PptxGenJS Presentation</dc:subject>
  <dc:creator>PptxGenJS</dc:creator>
  <cp:lastModifiedBy>PptxGenJS</cp:lastModifiedBy>
  <cp:revision>1</cp:revision>
  <dcterms:created xsi:type="dcterms:W3CDTF">2026-05-30T10:59:12Z</dcterms:created>
  <dcterms:modified xsi:type="dcterms:W3CDTF">2026-05-30T10:59:12Z</dcterms:modified>
</cp:coreProperties>
</file>